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期中①</c:v>
                </c:pt>
              </c:strCache>
            </c:strRef>
          </c:tx>
          <c:spPr>
            <a:solidFill>
              <a:srgbClr val="6B5B95"/>
            </a:solidFill>
          </c:spPr>
          <c:cat>
            <c:strRef>
              <c:f>Sheet1!$A$2:$A$11</c:f>
              <c:strCache>
                <c:ptCount val="10"/>
                <c:pt idx="0">
                  <c:v>EAL</c:v>
                </c:pt>
                <c:pt idx="1">
                  <c:v>Social Studies</c:v>
                </c:pt>
                <c:pt idx="2">
                  <c:v>Geography</c:v>
                </c:pt>
                <c:pt idx="3">
                  <c:v>Psychology</c:v>
                </c:pt>
                <c:pt idx="4">
                  <c:v>Algebra 2</c:v>
                </c:pt>
                <c:pt idx="5">
                  <c:v>Physics</c:v>
                </c:pt>
                <c:pt idx="6">
                  <c:v>Chemistry</c:v>
                </c:pt>
                <c:pt idx="7">
                  <c:v>Biology</c:v>
                </c:pt>
                <c:pt idx="8">
                  <c:v>Art</c:v>
                </c:pt>
                <c:pt idx="9">
                  <c:v>PE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85.4</c:v>
                </c:pt>
                <c:pt idx="1">
                  <c:v>79.3</c:v>
                </c:pt>
                <c:pt idx="2">
                  <c:v>88.6</c:v>
                </c:pt>
                <c:pt idx="3">
                  <c:v>88.5</c:v>
                </c:pt>
                <c:pt idx="4">
                  <c:v>89.4</c:v>
                </c:pt>
                <c:pt idx="5">
                  <c:v>98.5</c:v>
                </c:pt>
                <c:pt idx="6">
                  <c:v>92.2</c:v>
                </c:pt>
                <c:pt idx="7">
                  <c:v>87.3</c:v>
                </c:pt>
                <c:pt idx="8">
                  <c:v>94.3</c:v>
                </c:pt>
                <c:pt idx="9">
                  <c:v>96.1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期末①</c:v>
                </c:pt>
              </c:strCache>
            </c:strRef>
          </c:tx>
          <c:spPr>
            <a:solidFill>
              <a:srgbClr val="8B6EB8"/>
            </a:solidFill>
          </c:spPr>
          <c:cat>
            <c:strRef>
              <c:f>Sheet1!$A$2:$A$11</c:f>
              <c:strCache>
                <c:ptCount val="10"/>
                <c:pt idx="0">
                  <c:v>EAL</c:v>
                </c:pt>
                <c:pt idx="1">
                  <c:v>Social Studies</c:v>
                </c:pt>
                <c:pt idx="2">
                  <c:v>Geography</c:v>
                </c:pt>
                <c:pt idx="3">
                  <c:v>Psychology</c:v>
                </c:pt>
                <c:pt idx="4">
                  <c:v>Algebra 2</c:v>
                </c:pt>
                <c:pt idx="5">
                  <c:v>Physics</c:v>
                </c:pt>
                <c:pt idx="6">
                  <c:v>Chemistry</c:v>
                </c:pt>
                <c:pt idx="7">
                  <c:v>Biology</c:v>
                </c:pt>
                <c:pt idx="8">
                  <c:v>Art</c:v>
                </c:pt>
                <c:pt idx="9">
                  <c:v>PE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90.0</c:v>
                </c:pt>
                <c:pt idx="1">
                  <c:v>89.9</c:v>
                </c:pt>
                <c:pt idx="2">
                  <c:v>93.1</c:v>
                </c:pt>
                <c:pt idx="3">
                  <c:v>95.6</c:v>
                </c:pt>
                <c:pt idx="4">
                  <c:v>95.7</c:v>
                </c:pt>
                <c:pt idx="5">
                  <c:v>94.0</c:v>
                </c:pt>
                <c:pt idx="6">
                  <c:v>93.8</c:v>
                </c:pt>
                <c:pt idx="7">
                  <c:v>91.5</c:v>
                </c:pt>
                <c:pt idx="8">
                  <c:v>90.3</c:v>
                </c:pt>
                <c:pt idx="9">
                  <c:v>88.0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期中②</c:v>
                </c:pt>
              </c:strCache>
            </c:strRef>
          </c:tx>
          <c:spPr>
            <a:solidFill>
              <a:srgbClr val="C49EF0"/>
            </a:solidFill>
          </c:spPr>
          <c:cat>
            <c:strRef>
              <c:f>Sheet1!$A$2:$A$11</c:f>
              <c:strCache>
                <c:ptCount val="10"/>
                <c:pt idx="0">
                  <c:v>EAL</c:v>
                </c:pt>
                <c:pt idx="1">
                  <c:v>Social Studies</c:v>
                </c:pt>
                <c:pt idx="2">
                  <c:v>Geography</c:v>
                </c:pt>
                <c:pt idx="3">
                  <c:v>Psychology</c:v>
                </c:pt>
                <c:pt idx="4">
                  <c:v>Algebra 2</c:v>
                </c:pt>
                <c:pt idx="5">
                  <c:v>Physics</c:v>
                </c:pt>
                <c:pt idx="6">
                  <c:v>Chemistry</c:v>
                </c:pt>
                <c:pt idx="7">
                  <c:v>Biology</c:v>
                </c:pt>
                <c:pt idx="8">
                  <c:v>Art</c:v>
                </c:pt>
                <c:pt idx="9">
                  <c:v>PE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88.8</c:v>
                </c:pt>
                <c:pt idx="1">
                  <c:v>91.4</c:v>
                </c:pt>
                <c:pt idx="2">
                  <c:v>95.5</c:v>
                </c:pt>
                <c:pt idx="3">
                  <c:v>99.0</c:v>
                </c:pt>
                <c:pt idx="4">
                  <c:v>92.9</c:v>
                </c:pt>
                <c:pt idx="5">
                  <c:v>93.4</c:v>
                </c:pt>
                <c:pt idx="6">
                  <c:v>95.8</c:v>
                </c:pt>
                <c:pt idx="7">
                  <c:v>92.5</c:v>
                </c:pt>
                <c:pt idx="8">
                  <c:v>91.2</c:v>
                </c:pt>
                <c:pt idx="9">
                  <c:v>97.0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A2F3E"/>
            </a:solidFill>
          </a:ln>
        </c:spPr>
        <c:txPr>
          <a:bodyPr/>
          <a:lstStyle/>
          <a:p>
            <a:pPr>
              <a:defRPr sz="1000">
                <a:solidFill>
                  <a:srgbClr val="B8A9C9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75.0"/>
        </c:scaling>
        <c:delete val="0"/>
        <c:axPos val="l"/>
        <c:majorGridlines>
          <c:spPr>
            <a:ln>
              <a:solidFill>
                <a:srgbClr val="2A2F3E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2A2F3E"/>
            </a:solidFill>
          </a:ln>
        </c:spPr>
        <c:txPr>
          <a:bodyPr/>
          <a:lstStyle/>
          <a:p>
            <a:pPr>
              <a:defRPr sz="1000">
                <a:solidFill>
                  <a:srgbClr val="7A728E"/>
                </a:solidFill>
                <a:latin typeface="Calibri"/>
              </a:defRPr>
            </a:pPr>
          </a:p>
        </c:txPr>
        <c:crossAx val="-2068027336"/>
        <c:crosses val="autoZero"/>
        <c:majorUnit val="5.0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B8A9C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B8A9C9"/>
                </a:solidFill>
                <a:latin typeface="Calibri"/>
              </a:defRPr>
            </a:pPr>
            <a:r>
              <a:t>Joe Wei 九年级成绩总览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7A728E"/>
                </a:solidFill>
                <a:latin typeface="Calibri"/>
              </a:rPr>
              <a:t>2024-2025 学年  |  </a:t>
            </a:r>
            <a:r>
              <a:rPr sz="1300" b="0">
                <a:solidFill>
                  <a:srgbClr val="E8E0F0"/>
                </a:solidFill>
                <a:latin typeface="Calibri"/>
              </a:rPr>
              <a:t>综合GPA: 3.48 → 3.77 → 3.91  </a:t>
            </a:r>
            <a:r>
              <a:rPr sz="1300" b="1">
                <a:solidFill>
                  <a:srgbClr val="C49EF0"/>
                </a:solidFill>
                <a:latin typeface="Calibri"/>
              </a:rPr>
              <a:t>↑0.14 vs 上学期期末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2004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C49EF0"/>
                </a:solidFill>
                <a:latin typeface="Calibri"/>
              </a:rPr>
              <a:t>A ≥ 90  </a:t>
            </a:r>
            <a:r>
              <a:rPr sz="1400" b="1">
                <a:solidFill>
                  <a:srgbClr val="E8B88A"/>
                </a:solidFill>
                <a:latin typeface="Calibri"/>
              </a:rPr>
              <a:t>B ≥ 80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365760" y="1188720"/>
          <a:ext cx="114300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365760" y="3090672"/>
            <a:ext cx="11430000" cy="25400"/>
          </a:xfrm>
          <a:prstGeom prst="rect">
            <a:avLst/>
          </a:prstGeom>
          <a:solidFill>
            <a:srgbClr val="C49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286207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C49EF0"/>
                </a:solidFill>
                <a:latin typeface="Calibri"/>
              </a:rPr>
              <a:t>A线 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9EDBB8"/>
                </a:solidFill>
                <a:latin typeface="Calibri"/>
              </a:rPr>
              <a:t>🏆 Psychology 99.0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59" y="626364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786C8"/>
                </a:solidFill>
                <a:latin typeface="Calibri"/>
              </a:rPr>
              <a:t>🚀 Social Studies +12.1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626364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D47A8A"/>
                </a:solidFill>
                <a:latin typeface="Calibri"/>
              </a:rPr>
              <a:t>⚠️ Physics declining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